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2B0D17-CFB6-403E-BDB0-19D22DC48B16}" v="49" dt="2025-10-15T09:55:53.5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EEB5A3-B4EF-4586-BA39-455EE1D89394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1BC888-BAA5-462D-BCC0-8F57163E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219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A692-8345-4E34-A2D1-EAE133DB5FF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905ED-D7A6-441B-A81E-166C11D6A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4120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A692-8345-4E34-A2D1-EAE133DB5FF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905ED-D7A6-441B-A81E-166C11D6A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575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A692-8345-4E34-A2D1-EAE133DB5FF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905ED-D7A6-441B-A81E-166C11D6A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3975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A692-8345-4E34-A2D1-EAE133DB5FF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905ED-D7A6-441B-A81E-166C11D6A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732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A692-8345-4E34-A2D1-EAE133DB5FF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905ED-D7A6-441B-A81E-166C11D6A798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652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A692-8345-4E34-A2D1-EAE133DB5FF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905ED-D7A6-441B-A81E-166C11D6A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368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A692-8345-4E34-A2D1-EAE133DB5FF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905ED-D7A6-441B-A81E-166C11D6A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401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A692-8345-4E34-A2D1-EAE133DB5FF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905ED-D7A6-441B-A81E-166C11D6A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654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8A8BA692-8345-4E34-A2D1-EAE133DB5FF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905ED-D7A6-441B-A81E-166C11D6A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594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A692-8345-4E34-A2D1-EAE133DB5FF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905ED-D7A6-441B-A81E-166C11D6A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346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A692-8345-4E34-A2D1-EAE133DB5FF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905ED-D7A6-441B-A81E-166C11D6A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352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8A8BA692-8345-4E34-A2D1-EAE133DB5FF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B76905ED-D7A6-441B-A81E-166C11D6A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383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68157-A9AD-C1F8-C5CF-7217631E4F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MP3 Tag Reader and Editor</a:t>
            </a:r>
            <a:endParaRPr lang="en-IN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4D7B5F-C874-54C1-B24A-6B73BE75C7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0472" y="4313213"/>
            <a:ext cx="3301328" cy="986373"/>
          </a:xfrm>
        </p:spPr>
        <p:txBody>
          <a:bodyPr>
            <a:normAutofit/>
          </a:bodyPr>
          <a:lstStyle/>
          <a:p>
            <a:r>
              <a:rPr lang="en-IN" dirty="0"/>
              <a:t>Done by </a:t>
            </a:r>
          </a:p>
          <a:p>
            <a:r>
              <a:rPr lang="en-IN" dirty="0"/>
              <a:t>S.YASHVANTH</a:t>
            </a:r>
          </a:p>
        </p:txBody>
      </p:sp>
    </p:spTree>
    <p:extLst>
      <p:ext uri="{BB962C8B-B14F-4D97-AF65-F5344CB8AC3E}">
        <p14:creationId xmlns:p14="http://schemas.microsoft.com/office/powerpoint/2010/main" val="242252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E7290-A7AC-8956-AB02-98763F3B5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4" y="373746"/>
            <a:ext cx="7729728" cy="1188720"/>
          </a:xfrm>
        </p:spPr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62F987-ACAE-5082-FB46-88169CF77D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5147" y="1767686"/>
            <a:ext cx="10301702" cy="5013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sz="2400" dirty="0"/>
              <a:t>Apply core C Programming concepts to design a real-world MP3 metadata analyzer and editor.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sz="2400" dirty="0"/>
              <a:t>Implement command-line operations to </a:t>
            </a:r>
            <a:r>
              <a:rPr lang="en-US" sz="2400" i="1" dirty="0"/>
              <a:t>view</a:t>
            </a:r>
            <a:r>
              <a:rPr lang="en-US" sz="2400" dirty="0"/>
              <a:t> and </a:t>
            </a:r>
            <a:r>
              <a:rPr lang="en-US" sz="2400" i="1" dirty="0"/>
              <a:t>edit</a:t>
            </a:r>
            <a:r>
              <a:rPr lang="en-US" sz="2400" dirty="0"/>
              <a:t> MP3 tag information 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2400" dirty="0"/>
              <a:t> (Title, Artist, Album, Year, Genre, Comment).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sz="2400" dirty="0"/>
              <a:t>Strengthen understanding of Structures, Functions, File I/O, and String Manipulation.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sz="2400" dirty="0"/>
              <a:t>Learn Binary File Handling and Frame Parsing (ID3v2 tags).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dirty="0"/>
              <a:t> Gain exposure to System-Level File Operations and robust error handling.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84294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0D05D-9C5C-FCAB-E0D0-5DCAB2F6A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46532"/>
            <a:ext cx="7729728" cy="1188720"/>
          </a:xfrm>
        </p:spPr>
        <p:txBody>
          <a:bodyPr/>
          <a:lstStyle/>
          <a:p>
            <a:r>
              <a:rPr lang="en-IN" dirty="0"/>
              <a:t>Foundational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FB9779-8262-82FF-42AA-2E476B4F4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2147" y="1925074"/>
            <a:ext cx="11327705" cy="3904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IN" sz="2400" dirty="0"/>
              <a:t>C Programming Fundamentals → Variables, Functions, Conditionals, Loops.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sz="2400" dirty="0"/>
              <a:t>Structures → Used to store MP3 Tag details (Title, Artist, Album, Year, Genre, Comment).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sz="2400" dirty="0"/>
              <a:t>File Handling (Binary) → Read, write, and modify MP3 tag frames.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sz="2400" dirty="0"/>
              <a:t>String Functions → For comparing and updating frame IDs (e.g., TIT2, TPE1).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sz="2400" dirty="0"/>
              <a:t>Modular Programming → Implemented reusable functions for validation, reading, and editing tags.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dirty="0"/>
              <a:t> Input Validation → Ensures correct file type (.mp3) and valid ID3 headers.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34104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10C3A-2B5D-6781-F025-86B07DC67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24608"/>
            <a:ext cx="7729728" cy="1188720"/>
          </a:xfrm>
        </p:spPr>
        <p:txBody>
          <a:bodyPr/>
          <a:lstStyle/>
          <a:p>
            <a:r>
              <a:rPr lang="en-IN" dirty="0"/>
              <a:t>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92760C2-580E-3062-7C8C-70C00B672B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613328"/>
            <a:ext cx="12192000" cy="515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sz="2400" dirty="0"/>
              <a:t>View Tags:  Display all MP3 tag details such as title, artist, album, year, genre, and comment.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sz="2400" dirty="0"/>
              <a:t>Edit Tags: Update specific tags (Title, Artist, Album, Year, Genre, or Comment) using      command-line options.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marL="0" lv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IN" sz="2400" dirty="0"/>
              <a:t>ID3 Validation:  Checks for valid MP3 file format and ID3v2 header before processing.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marL="0" lv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sz="2400" dirty="0"/>
              <a:t>Frame Reading:  Decodes tag frame bytes and extracts text data.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marL="0" lv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sz="2400" dirty="0"/>
              <a:t>Memory Safety:  Uses dynamic allocation and boundary checking.</a:t>
            </a:r>
          </a:p>
          <a:p>
            <a:pPr mar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sz="2400" dirty="0"/>
              <a:t>Error Handling:  Handles invalid files, missing tags, and memory errors gracefully.</a:t>
            </a:r>
          </a:p>
        </p:txBody>
      </p:sp>
    </p:spTree>
    <p:extLst>
      <p:ext uri="{BB962C8B-B14F-4D97-AF65-F5344CB8AC3E}">
        <p14:creationId xmlns:p14="http://schemas.microsoft.com/office/powerpoint/2010/main" val="876688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42739-3EDD-FF0C-D103-FE5970640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97083"/>
            <a:ext cx="7729728" cy="1188720"/>
          </a:xfrm>
        </p:spPr>
        <p:txBody>
          <a:bodyPr/>
          <a:lstStyle/>
          <a:p>
            <a:r>
              <a:rPr lang="en-IN" dirty="0"/>
              <a:t>PROGRAM Flow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B5B89F8-F304-2D20-87F6-47FFA4C852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161" y="1755468"/>
            <a:ext cx="12093677" cy="4459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Command-Line Interface :  * -v → View all tags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                                   * -e → Edit selected tag with new value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File Validation :</a:t>
            </a:r>
            <a:r>
              <a:rPr lang="en-US" altLang="en-US" sz="2400" b="1" dirty="0">
                <a:solidFill>
                  <a:schemeClr val="tx1"/>
                </a:solidFill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Checks .mp3 extension and presence of "ID3" header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Tag Viewing (viewing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tags): * Reads frame headers (TIT2, TPE1, TALB, TYER, COMM, TCON)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                                  * Displays decoded metadata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Tag Editing (editing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tags):</a:t>
            </a:r>
            <a:r>
              <a:rPr lang="en-US" altLang="en-US" sz="2400" dirty="0">
                <a:solidFill>
                  <a:schemeClr val="tx1"/>
                </a:solidFill>
              </a:rPr>
              <a:t> *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Locates specific frame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                                        *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Rewrites with new encoded value while maintaining size limits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Persistent Update: Modified tags are saved directly into the MP3 file</a:t>
            </a:r>
          </a:p>
        </p:txBody>
      </p:sp>
    </p:spTree>
    <p:extLst>
      <p:ext uri="{BB962C8B-B14F-4D97-AF65-F5344CB8AC3E}">
        <p14:creationId xmlns:p14="http://schemas.microsoft.com/office/powerpoint/2010/main" val="3159241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11A6C-A6C3-029B-9A16-E94FB55C1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6769"/>
            <a:ext cx="12192000" cy="510147"/>
          </a:xfrm>
        </p:spPr>
        <p:txBody>
          <a:bodyPr>
            <a:normAutofit fontScale="90000"/>
          </a:bodyPr>
          <a:lstStyle/>
          <a:p>
            <a:r>
              <a:rPr lang="en-IN" dirty="0"/>
              <a:t>Function Prototypes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CF9882-1A62-8BAB-72C2-EE48377C5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78" b="5432"/>
          <a:stretch>
            <a:fillRect/>
          </a:stretch>
        </p:blipFill>
        <p:spPr>
          <a:xfrm>
            <a:off x="0" y="766916"/>
            <a:ext cx="12192000" cy="628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687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E1EA3-FBFC-657A-3F8D-8F5A7236E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7608"/>
            <a:ext cx="12191999" cy="480650"/>
          </a:xfrm>
        </p:spPr>
        <p:txBody>
          <a:bodyPr>
            <a:normAutofit fontScale="90000"/>
          </a:bodyPr>
          <a:lstStyle/>
          <a:p>
            <a:r>
              <a:rPr lang="en-IN" dirty="0"/>
              <a:t>Extracting the tag Size (From id3v2)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F550B0-F891-87E0-CF46-38CECDE5F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91" b="5018"/>
          <a:stretch>
            <a:fillRect/>
          </a:stretch>
        </p:blipFill>
        <p:spPr>
          <a:xfrm>
            <a:off x="0" y="532072"/>
            <a:ext cx="12192000" cy="632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367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2A28E-6EDC-39DF-DEA2-609A96EFF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7440"/>
            <a:ext cx="12192000" cy="470818"/>
          </a:xfrm>
        </p:spPr>
        <p:txBody>
          <a:bodyPr>
            <a:normAutofit fontScale="90000"/>
          </a:bodyPr>
          <a:lstStyle/>
          <a:p>
            <a:r>
              <a:rPr lang="en-IN" dirty="0"/>
              <a:t>Validating the filename extension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CA380C-99AE-B53D-D1AE-ED03E56E5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3" b="10483"/>
          <a:stretch>
            <a:fillRect/>
          </a:stretch>
        </p:blipFill>
        <p:spPr>
          <a:xfrm>
            <a:off x="0" y="659892"/>
            <a:ext cx="12192000" cy="619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792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A076C-A651-5F52-AE51-42996C5AD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601"/>
            <a:ext cx="12191999" cy="510147"/>
          </a:xfrm>
        </p:spPr>
        <p:txBody>
          <a:bodyPr>
            <a:normAutofit fontScale="90000"/>
          </a:bodyPr>
          <a:lstStyle/>
          <a:p>
            <a:r>
              <a:rPr lang="en-IN" dirty="0"/>
              <a:t>Viewing tag details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8D856B-3290-67C1-11AE-75C1DDCB2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8" b="5198"/>
          <a:stretch>
            <a:fillRect/>
          </a:stretch>
        </p:blipFill>
        <p:spPr>
          <a:xfrm>
            <a:off x="0" y="776748"/>
            <a:ext cx="12192000" cy="650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861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FE63E-8776-EB5B-FD24-D8B6F8CED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7776"/>
            <a:ext cx="12192000" cy="500314"/>
          </a:xfrm>
        </p:spPr>
        <p:txBody>
          <a:bodyPr>
            <a:normAutofit fontScale="90000"/>
          </a:bodyPr>
          <a:lstStyle/>
          <a:p>
            <a:r>
              <a:rPr lang="en-IN" dirty="0"/>
              <a:t>Editing tag details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934FFA-0934-22F3-C248-5B4BFD11C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" b="5089"/>
          <a:stretch>
            <a:fillRect/>
          </a:stretch>
        </p:blipFill>
        <p:spPr>
          <a:xfrm>
            <a:off x="0" y="698090"/>
            <a:ext cx="12192000" cy="650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103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9DDD7-A7D4-3F99-E7C1-C66ED6E01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CEF9E-E02F-A4AF-ED02-F86DE9ADC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7776"/>
            <a:ext cx="12192000" cy="500314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COMMand</a:t>
            </a:r>
            <a:r>
              <a:rPr lang="en-IN" dirty="0"/>
              <a:t> line Interface (CLI) handling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EB4D99-B756-A21A-5BD9-01AEE76F1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1" b="2581"/>
          <a:stretch/>
        </p:blipFill>
        <p:spPr>
          <a:xfrm>
            <a:off x="0" y="698090"/>
            <a:ext cx="12192000" cy="650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771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948B7-ED8C-1201-1ED9-6D008E8F4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CDEC0D-473C-4295-16CB-C06C86ADC6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6" t="58207" r="66855" b="4517"/>
          <a:stretch>
            <a:fillRect/>
          </a:stretch>
        </p:blipFill>
        <p:spPr>
          <a:xfrm>
            <a:off x="147484" y="334297"/>
            <a:ext cx="3637935" cy="25563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4991FB-12F5-CA6D-58F9-6002C4073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5" t="65376" r="57823" b="5233"/>
          <a:stretch>
            <a:fillRect/>
          </a:stretch>
        </p:blipFill>
        <p:spPr>
          <a:xfrm>
            <a:off x="4031226" y="334297"/>
            <a:ext cx="3923071" cy="25563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1F9362-7A44-E386-C1BA-11CDD4639B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6" t="64373" r="56935" b="4659"/>
          <a:stretch>
            <a:fillRect/>
          </a:stretch>
        </p:blipFill>
        <p:spPr>
          <a:xfrm>
            <a:off x="8200104" y="334296"/>
            <a:ext cx="3923071" cy="25563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1DE530-FB58-7935-E0ED-8D91DCF475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9" t="64373" r="60167" b="5447"/>
          <a:stretch>
            <a:fillRect/>
          </a:stretch>
        </p:blipFill>
        <p:spPr>
          <a:xfrm>
            <a:off x="147483" y="3716594"/>
            <a:ext cx="3637935" cy="26399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0E12186-215E-50E2-A062-4D49BB5416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9" t="65599" r="64194" b="5186"/>
          <a:stretch>
            <a:fillRect/>
          </a:stretch>
        </p:blipFill>
        <p:spPr>
          <a:xfrm>
            <a:off x="4031226" y="3716594"/>
            <a:ext cx="3923071" cy="26399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AF477A4-F4C4-80BA-10FF-852F508202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5" t="64803" r="62016" b="4874"/>
          <a:stretch>
            <a:fillRect/>
          </a:stretch>
        </p:blipFill>
        <p:spPr>
          <a:xfrm>
            <a:off x="8200103" y="3716593"/>
            <a:ext cx="3923071" cy="263996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D25F9FA-C8B0-74CB-D73E-3CA5B92BC78C}"/>
              </a:ext>
            </a:extLst>
          </p:cNvPr>
          <p:cNvSpPr txBox="1"/>
          <p:nvPr/>
        </p:nvSpPr>
        <p:spPr>
          <a:xfrm>
            <a:off x="147483" y="3048000"/>
            <a:ext cx="3637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Overview of Song Details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EF48CA-3BB8-2C60-D65A-61869167A448}"/>
              </a:ext>
            </a:extLst>
          </p:cNvPr>
          <p:cNvSpPr txBox="1"/>
          <p:nvPr/>
        </p:nvSpPr>
        <p:spPr>
          <a:xfrm>
            <a:off x="4031226" y="3048000"/>
            <a:ext cx="3923071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Edited Title Name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CB34C7-F240-AE21-01D8-15F04FD4DF4B}"/>
              </a:ext>
            </a:extLst>
          </p:cNvPr>
          <p:cNvSpPr txBox="1"/>
          <p:nvPr/>
        </p:nvSpPr>
        <p:spPr>
          <a:xfrm>
            <a:off x="8200103" y="3048000"/>
            <a:ext cx="3844414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Edited Artist Name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049310-0092-D4ED-4EAF-1278D6EC6B7C}"/>
              </a:ext>
            </a:extLst>
          </p:cNvPr>
          <p:cNvSpPr txBox="1"/>
          <p:nvPr/>
        </p:nvSpPr>
        <p:spPr>
          <a:xfrm>
            <a:off x="147483" y="6440129"/>
            <a:ext cx="3637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Edited Album Name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8C22DE-8E64-1273-3DC0-1676B77B2818}"/>
              </a:ext>
            </a:extLst>
          </p:cNvPr>
          <p:cNvSpPr txBox="1"/>
          <p:nvPr/>
        </p:nvSpPr>
        <p:spPr>
          <a:xfrm>
            <a:off x="4031226" y="6440129"/>
            <a:ext cx="3991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Edited Year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2F4336-55DD-7558-3BDF-8791610BADB8}"/>
              </a:ext>
            </a:extLst>
          </p:cNvPr>
          <p:cNvSpPr txBox="1"/>
          <p:nvPr/>
        </p:nvSpPr>
        <p:spPr>
          <a:xfrm>
            <a:off x="8200103" y="6440129"/>
            <a:ext cx="3844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Edited Music &amp; Comment</a:t>
            </a:r>
          </a:p>
        </p:txBody>
      </p:sp>
    </p:spTree>
    <p:extLst>
      <p:ext uri="{BB962C8B-B14F-4D97-AF65-F5344CB8AC3E}">
        <p14:creationId xmlns:p14="http://schemas.microsoft.com/office/powerpoint/2010/main" val="1756460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7FF20-B60E-EE26-0D68-70D6CC81D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68452"/>
            <a:ext cx="7729728" cy="1188720"/>
          </a:xfrm>
        </p:spPr>
        <p:txBody>
          <a:bodyPr/>
          <a:lstStyle/>
          <a:p>
            <a:r>
              <a:rPr lang="en-IN" dirty="0"/>
              <a:t>Core Takeaways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BD319A3-AB0F-D709-D18A-8573438648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8984" y="2236421"/>
            <a:ext cx="1055403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Enhanced C Fundamentals:  Applied structures, arrays, and functions in a complete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File Handling Mastery:</a:t>
            </a:r>
            <a:r>
              <a:rPr lang="en-US" altLang="en-US" sz="2400" dirty="0">
                <a:solidFill>
                  <a:schemeClr val="tx1"/>
                </a:solidFill>
              </a:rPr>
              <a:t> 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Learned to maintain real-time data using files for persistence.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Error Handling &amp; Validation:  Implemented checks for input accuracy and logical consistency.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Modular &amp; Scalable Code:  Designed the system for easy maintenance and future feature additions.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Practical Insight:  Gained real-world exposure to system-level design and problem-solving in C.</a:t>
            </a:r>
          </a:p>
        </p:txBody>
      </p:sp>
    </p:spTree>
    <p:extLst>
      <p:ext uri="{BB962C8B-B14F-4D97-AF65-F5344CB8AC3E}">
        <p14:creationId xmlns:p14="http://schemas.microsoft.com/office/powerpoint/2010/main" val="118696521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5848</TotalTime>
  <Words>529</Words>
  <Application>Microsoft Office PowerPoint</Application>
  <PresentationFormat>Widescreen</PresentationFormat>
  <Paragraphs>51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Gill Sans MT</vt:lpstr>
      <vt:lpstr>Parcel</vt:lpstr>
      <vt:lpstr>MP3 Tag Reader and Editor</vt:lpstr>
      <vt:lpstr>Objectives</vt:lpstr>
      <vt:lpstr>Foundational Requirements</vt:lpstr>
      <vt:lpstr>features</vt:lpstr>
      <vt:lpstr>PROGRAM Flow </vt:lpstr>
      <vt:lpstr>Function Prototypes</vt:lpstr>
      <vt:lpstr>Extracting the tag Size (From id3v2)</vt:lpstr>
      <vt:lpstr>Validating the filename extension</vt:lpstr>
      <vt:lpstr>Viewing tag details</vt:lpstr>
      <vt:lpstr>Editing tag details</vt:lpstr>
      <vt:lpstr>COMMand line Interface (CLI) handling</vt:lpstr>
      <vt:lpstr>PowerPoint Presentation</vt:lpstr>
      <vt:lpstr>Core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Yashvanth S</dc:creator>
  <cp:lastModifiedBy>Yashvanth S</cp:lastModifiedBy>
  <cp:revision>3</cp:revision>
  <dcterms:created xsi:type="dcterms:W3CDTF">2025-09-22T10:05:49Z</dcterms:created>
  <dcterms:modified xsi:type="dcterms:W3CDTF">2025-10-22T13:47:26Z</dcterms:modified>
</cp:coreProperties>
</file>